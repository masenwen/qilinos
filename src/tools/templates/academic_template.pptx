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376" r:id="rId7"/>
    <p:sldId id="314" r:id="rId8"/>
    <p:sldId id="380" r:id="rId9"/>
    <p:sldId id="381" r:id="rId10"/>
    <p:sldId id="37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2DA9"/>
    <a:srgbClr val="F6ECE2"/>
    <a:srgbClr val="3138AC"/>
    <a:srgbClr val="252A81"/>
    <a:srgbClr val="191C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085"/>
    <p:restoredTop sz="96907"/>
  </p:normalViewPr>
  <p:slideViewPr>
    <p:cSldViewPr snapToGrid="0" snapToObjects="1">
      <p:cViewPr varScale="1">
        <p:scale>
          <a:sx n="154" d="100"/>
          <a:sy n="154" d="100"/>
        </p:scale>
        <p:origin x="28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A6BE1A-EBEC-6E4F-B3D0-9EEBE249050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FA0B27-4EE5-6442-9424-7A0329C3AC2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FA0B27-4EE5-6442-9424-7A0329C3AC2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FA0B27-4EE5-6442-9424-7A0329C3AC2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FA0B27-4EE5-6442-9424-7A0329C3AC2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FA0B27-4EE5-6442-9424-7A0329C3AC2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FA0B27-4EE5-6442-9424-7A0329C3AC2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FA0B27-4EE5-6442-9424-7A0329C3AC2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14424" y="2983971"/>
            <a:ext cx="6858000" cy="111389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z="1800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单击此处编辑母版作者信息样式</a:t>
            </a:r>
            <a:endParaRPr lang="en-US" altLang="zh-CN" sz="1800" dirty="0"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  <a:p>
            <a:endParaRPr lang="zh-CN" altLang="en-US" sz="1800" dirty="0">
              <a:effectLst/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</p:txBody>
      </p:sp>
      <p:sp>
        <p:nvSpPr>
          <p:cNvPr id="7" name="圆角矩形 6"/>
          <p:cNvSpPr/>
          <p:nvPr userDrawn="1"/>
        </p:nvSpPr>
        <p:spPr>
          <a:xfrm>
            <a:off x="626534" y="1402663"/>
            <a:ext cx="7890933" cy="1058334"/>
          </a:xfrm>
          <a:prstGeom prst="roundRect">
            <a:avLst>
              <a:gd name="adj" fmla="val 0"/>
            </a:avLst>
          </a:prstGeom>
          <a:solidFill>
            <a:srgbClr val="3138A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579813"/>
            <a:ext cx="6858000" cy="848376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9144000" cy="942109"/>
          </a:xfrm>
          <a:prstGeom prst="rect">
            <a:avLst/>
          </a:prstGeom>
          <a:solidFill>
            <a:srgbClr val="2C2DA9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48490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205345"/>
            <a:ext cx="7886700" cy="4971618"/>
          </a:xfrm>
        </p:spPr>
        <p:txBody>
          <a:bodyPr/>
          <a:lstStyle>
            <a:lvl1pPr marL="273050" indent="-273050">
              <a:buFont typeface="Wingdings" panose="05000000000000000000" pitchFamily="2" charset="2"/>
              <a:buChar char="n"/>
              <a:defRPr/>
            </a:lvl1pPr>
          </a:lstStyle>
          <a:p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9144000" cy="942109"/>
          </a:xfrm>
          <a:prstGeom prst="rect">
            <a:avLst/>
          </a:prstGeom>
          <a:solidFill>
            <a:srgbClr val="2C2DA9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126067"/>
            <a:ext cx="3886200" cy="5050896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Wingdings" panose="05000000000000000000" pitchFamily="2" charset="2"/>
              <a:buChar char="n"/>
              <a:defRPr kumimoji="1" lang="zh-CN" altLang="en-US"/>
            </a:lvl1pPr>
          </a:lstStyle>
          <a:p>
            <a:pPr marL="273050" lvl="0" indent="-273050"/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29150" y="1126067"/>
            <a:ext cx="3886200" cy="5050896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Wingdings" panose="05000000000000000000" pitchFamily="2" charset="2"/>
              <a:buChar char="n"/>
              <a:defRPr kumimoji="1" lang="zh-CN" altLang="en-US"/>
            </a:lvl1pPr>
          </a:lstStyle>
          <a:p>
            <a:pPr marL="273050" lvl="0" indent="-273050"/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628650" y="48490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9144000" cy="942109"/>
          </a:xfrm>
          <a:prstGeom prst="rect">
            <a:avLst/>
          </a:prstGeom>
          <a:solidFill>
            <a:srgbClr val="2C2DA9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80604020202020204" pitchFamily="34" charset="0"/>
              <a:buChar char="•"/>
              <a:defRPr kumimoji="1" lang="zh-CN" altLang="en-US" dirty="0"/>
            </a:lvl1pPr>
          </a:lstStyle>
          <a:p>
            <a:pPr marL="273050" lvl="0" indent="-273050"/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80604020202020204" pitchFamily="34" charset="0"/>
              <a:buChar char="•"/>
              <a:defRPr kumimoji="1" lang="zh-CN" altLang="en-US"/>
            </a:lvl1pPr>
          </a:lstStyle>
          <a:p>
            <a:pPr marL="273050" lvl="0" indent="-273050"/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628650" y="48490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9144000" cy="942109"/>
          </a:xfrm>
          <a:prstGeom prst="rect">
            <a:avLst/>
          </a:prstGeom>
          <a:solidFill>
            <a:srgbClr val="2C2DA9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28650" y="48490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n"/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1193800"/>
            <a:ext cx="7886700" cy="4983163"/>
          </a:xfrm>
        </p:spPr>
        <p:txBody>
          <a:bodyPr vert="eaVert"/>
          <a:lstStyle>
            <a:lvl1pPr marL="273050" indent="-273050">
              <a:buFont typeface="Wingdings" panose="05000000000000000000" pitchFamily="2" charset="2"/>
              <a:buChar char="n"/>
              <a:defRPr/>
            </a:lvl1pPr>
          </a:lstStyle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0" y="0"/>
            <a:ext cx="9144000" cy="942109"/>
          </a:xfrm>
          <a:prstGeom prst="rect">
            <a:avLst/>
          </a:prstGeom>
          <a:solidFill>
            <a:srgbClr val="2C2DA9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628650" y="48490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>
            <a:lvl1pPr marL="273050" indent="-273050">
              <a:buFont typeface="Wingdings" panose="05000000000000000000" pitchFamily="2" charset="2"/>
              <a:buChar char="n"/>
              <a:defRPr/>
            </a:lvl1pPr>
          </a:lstStyle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14424" y="2983971"/>
            <a:ext cx="6858000" cy="111389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z="1800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单击此处编辑母版作者信息样式</a:t>
            </a:r>
            <a:endParaRPr lang="en-US" altLang="zh-CN" sz="1800" dirty="0"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  <a:p>
            <a:endParaRPr lang="zh-CN" altLang="en-US" sz="1800" dirty="0">
              <a:effectLst/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</p:txBody>
      </p:sp>
      <p:sp>
        <p:nvSpPr>
          <p:cNvPr id="7" name="圆角矩形 6"/>
          <p:cNvSpPr/>
          <p:nvPr userDrawn="1"/>
        </p:nvSpPr>
        <p:spPr>
          <a:xfrm>
            <a:off x="626534" y="1402663"/>
            <a:ext cx="7890933" cy="1058334"/>
          </a:xfrm>
          <a:prstGeom prst="roundRect">
            <a:avLst>
              <a:gd name="adj" fmla="val 0"/>
            </a:avLst>
          </a:prstGeom>
          <a:solidFill>
            <a:srgbClr val="3138A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579813"/>
            <a:ext cx="6858000" cy="848376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9144000" cy="942109"/>
          </a:xfrm>
          <a:prstGeom prst="rect">
            <a:avLst/>
          </a:prstGeom>
          <a:solidFill>
            <a:srgbClr val="2C2DA9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48490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205345"/>
            <a:ext cx="7886700" cy="4971618"/>
          </a:xfrm>
        </p:spPr>
        <p:txBody>
          <a:bodyPr/>
          <a:lstStyle>
            <a:lvl1pPr marL="273050" indent="-273050">
              <a:buFont typeface="Wingdings" panose="05000000000000000000" pitchFamily="2" charset="2"/>
              <a:buChar char="n"/>
              <a:defRPr/>
            </a:lvl1pPr>
          </a:lstStyle>
          <a:p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9144000" cy="942109"/>
          </a:xfrm>
          <a:prstGeom prst="rect">
            <a:avLst/>
          </a:prstGeom>
          <a:solidFill>
            <a:srgbClr val="2C2DA9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126067"/>
            <a:ext cx="3886200" cy="5050896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Wingdings" panose="05000000000000000000" pitchFamily="2" charset="2"/>
              <a:buChar char="n"/>
              <a:defRPr kumimoji="1" lang="zh-CN" altLang="en-US"/>
            </a:lvl1pPr>
          </a:lstStyle>
          <a:p>
            <a:pPr marL="273050" lvl="0" indent="-273050"/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29150" y="1126067"/>
            <a:ext cx="3886200" cy="5050896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Wingdings" panose="05000000000000000000" pitchFamily="2" charset="2"/>
              <a:buChar char="n"/>
              <a:defRPr kumimoji="1" lang="zh-CN" altLang="en-US"/>
            </a:lvl1pPr>
          </a:lstStyle>
          <a:p>
            <a:pPr marL="273050" lvl="0" indent="-273050"/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628650" y="48490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9144000" cy="942109"/>
          </a:xfrm>
          <a:prstGeom prst="rect">
            <a:avLst/>
          </a:prstGeom>
          <a:solidFill>
            <a:srgbClr val="2C2DA9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80604020202020204" pitchFamily="34" charset="0"/>
              <a:buChar char="•"/>
              <a:defRPr kumimoji="1" lang="zh-CN" altLang="en-US" dirty="0"/>
            </a:lvl1pPr>
          </a:lstStyle>
          <a:p>
            <a:pPr marL="273050" lvl="0" indent="-273050"/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80604020202020204" pitchFamily="34" charset="0"/>
              <a:buChar char="•"/>
              <a:defRPr kumimoji="1" lang="zh-CN" altLang="en-US"/>
            </a:lvl1pPr>
          </a:lstStyle>
          <a:p>
            <a:pPr marL="273050" lvl="0" indent="-273050"/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628650" y="48490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9144000" cy="942109"/>
          </a:xfrm>
          <a:prstGeom prst="rect">
            <a:avLst/>
          </a:prstGeom>
          <a:solidFill>
            <a:srgbClr val="2C2DA9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28650" y="48490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n"/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1193800"/>
            <a:ext cx="7886700" cy="4983163"/>
          </a:xfrm>
        </p:spPr>
        <p:txBody>
          <a:bodyPr vert="eaVert"/>
          <a:lstStyle>
            <a:lvl1pPr marL="273050" indent="-273050">
              <a:buFont typeface="Wingdings" panose="05000000000000000000" pitchFamily="2" charset="2"/>
              <a:buChar char="n"/>
              <a:defRPr/>
            </a:lvl1pPr>
          </a:lstStyle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0" y="0"/>
            <a:ext cx="9144000" cy="942109"/>
          </a:xfrm>
          <a:prstGeom prst="rect">
            <a:avLst/>
          </a:prstGeom>
          <a:solidFill>
            <a:srgbClr val="2C2DA9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628650" y="48490"/>
            <a:ext cx="78867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>
            <a:lvl1pPr marL="273050" indent="-273050">
              <a:buFont typeface="Wingdings" panose="05000000000000000000" pitchFamily="2" charset="2"/>
              <a:buChar char="n"/>
              <a:defRPr/>
            </a:lvl1pPr>
          </a:lstStyle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0" y="6538912"/>
            <a:ext cx="2343150" cy="319088"/>
          </a:xfrm>
          <a:prstGeom prst="rect">
            <a:avLst/>
          </a:prstGeom>
          <a:solidFill>
            <a:srgbClr val="191C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" name="矩形 4"/>
          <p:cNvSpPr/>
          <p:nvPr userDrawn="1"/>
        </p:nvSpPr>
        <p:spPr>
          <a:xfrm>
            <a:off x="2343150" y="6538913"/>
            <a:ext cx="4457700" cy="319087"/>
          </a:xfrm>
          <a:prstGeom prst="rect">
            <a:avLst/>
          </a:prstGeom>
          <a:solidFill>
            <a:srgbClr val="252A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6800850" y="6538912"/>
            <a:ext cx="2343150" cy="319088"/>
          </a:xfrm>
          <a:prstGeom prst="rect">
            <a:avLst/>
          </a:prstGeom>
          <a:solidFill>
            <a:srgbClr val="3138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" name="日期占位符 3"/>
          <p:cNvSpPr txBox="1"/>
          <p:nvPr userDrawn="1"/>
        </p:nvSpPr>
        <p:spPr>
          <a:xfrm>
            <a:off x="540413" y="6550023"/>
            <a:ext cx="1802737" cy="319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00" dirty="0"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author</a:t>
            </a:r>
            <a:endParaRPr lang="en-US" sz="1000" dirty="0"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  <p:sp>
        <p:nvSpPr>
          <p:cNvPr id="8" name="日期占位符 3"/>
          <p:cNvSpPr txBox="1"/>
          <p:nvPr userDrawn="1"/>
        </p:nvSpPr>
        <p:spPr>
          <a:xfrm>
            <a:off x="3761880" y="6538912"/>
            <a:ext cx="1620240" cy="319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000" dirty="0"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title</a:t>
            </a:r>
            <a:endParaRPr lang="en-US" sz="1000" dirty="0"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  <p:sp>
        <p:nvSpPr>
          <p:cNvPr id="9" name="日期占位符 3"/>
          <p:cNvSpPr txBox="1"/>
          <p:nvPr userDrawn="1"/>
        </p:nvSpPr>
        <p:spPr>
          <a:xfrm>
            <a:off x="7315201" y="6538911"/>
            <a:ext cx="1017586" cy="319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5F0945-07F1-ED4A-8297-30DB81EF9BD1}" type="datetime1">
              <a:rPr lang="zh-CN" altLang="en-US" sz="1000" smtClean="0">
                <a:latin typeface="Hiragino Sans GB W3" panose="020B0300000000000000" pitchFamily="34" charset="-128"/>
                <a:ea typeface="Hiragino Sans GB W3" panose="020B0300000000000000" pitchFamily="34" charset="-128"/>
              </a:rPr>
            </a:fld>
            <a:endParaRPr lang="en-US" sz="1000" dirty="0"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  <p:sp>
        <p:nvSpPr>
          <p:cNvPr id="10" name="日期占位符 3"/>
          <p:cNvSpPr txBox="1"/>
          <p:nvPr userDrawn="1"/>
        </p:nvSpPr>
        <p:spPr>
          <a:xfrm>
            <a:off x="8515350" y="6538911"/>
            <a:ext cx="546380" cy="319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42B4B9-4F4F-DC40-8BF5-0036F3636617}" type="slidenum">
              <a:rPr lang="en-US" sz="1000" smtClean="0">
                <a:solidFill>
                  <a:schemeClr val="bg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</a:fld>
            <a:endParaRPr lang="en-US" sz="1000" dirty="0">
              <a:solidFill>
                <a:schemeClr val="bg1"/>
              </a:solidFill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73050" indent="-2730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Wingdings" panose="05000000000000000000" pitchFamily="2" charset="2"/>
        <a:buChar char="n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 dirty="0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0" y="6538912"/>
            <a:ext cx="2343150" cy="319088"/>
          </a:xfrm>
          <a:prstGeom prst="rect">
            <a:avLst/>
          </a:prstGeom>
          <a:solidFill>
            <a:srgbClr val="191C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" name="矩形 4"/>
          <p:cNvSpPr/>
          <p:nvPr userDrawn="1"/>
        </p:nvSpPr>
        <p:spPr>
          <a:xfrm>
            <a:off x="2343150" y="6538913"/>
            <a:ext cx="4457700" cy="319087"/>
          </a:xfrm>
          <a:prstGeom prst="rect">
            <a:avLst/>
          </a:prstGeom>
          <a:solidFill>
            <a:srgbClr val="252A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6800850" y="6538912"/>
            <a:ext cx="2343150" cy="319088"/>
          </a:xfrm>
          <a:prstGeom prst="rect">
            <a:avLst/>
          </a:prstGeom>
          <a:solidFill>
            <a:srgbClr val="3138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" name="日期占位符 3"/>
          <p:cNvSpPr txBox="1"/>
          <p:nvPr userDrawn="1"/>
        </p:nvSpPr>
        <p:spPr>
          <a:xfrm>
            <a:off x="540413" y="6550023"/>
            <a:ext cx="1802737" cy="319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00" dirty="0"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author</a:t>
            </a:r>
            <a:endParaRPr lang="en-US" sz="1000" dirty="0"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  <p:sp>
        <p:nvSpPr>
          <p:cNvPr id="8" name="日期占位符 3"/>
          <p:cNvSpPr txBox="1"/>
          <p:nvPr userDrawn="1"/>
        </p:nvSpPr>
        <p:spPr>
          <a:xfrm>
            <a:off x="3761880" y="6538912"/>
            <a:ext cx="1620240" cy="319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000" dirty="0"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title</a:t>
            </a:r>
            <a:endParaRPr lang="en-US" sz="1000" dirty="0"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  <p:sp>
        <p:nvSpPr>
          <p:cNvPr id="9" name="日期占位符 3"/>
          <p:cNvSpPr txBox="1"/>
          <p:nvPr userDrawn="1"/>
        </p:nvSpPr>
        <p:spPr>
          <a:xfrm>
            <a:off x="7315201" y="6538911"/>
            <a:ext cx="1017586" cy="319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5F0945-07F1-ED4A-8297-30DB81EF9BD1}" type="datetime1">
              <a:rPr lang="zh-CN" altLang="en-US" sz="1000" smtClean="0">
                <a:latin typeface="Hiragino Sans GB W3" panose="020B0300000000000000" pitchFamily="34" charset="-128"/>
                <a:ea typeface="Hiragino Sans GB W3" panose="020B0300000000000000" pitchFamily="34" charset="-128"/>
              </a:rPr>
            </a:fld>
            <a:endParaRPr lang="en-US" sz="1000" dirty="0"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  <p:sp>
        <p:nvSpPr>
          <p:cNvPr id="10" name="日期占位符 3"/>
          <p:cNvSpPr txBox="1"/>
          <p:nvPr userDrawn="1"/>
        </p:nvSpPr>
        <p:spPr>
          <a:xfrm>
            <a:off x="8515350" y="6538911"/>
            <a:ext cx="546380" cy="319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42B4B9-4F4F-DC40-8BF5-0036F3636617}" type="slidenum">
              <a:rPr lang="en-US" sz="1000" smtClean="0">
                <a:solidFill>
                  <a:schemeClr val="bg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</a:fld>
            <a:endParaRPr lang="en-US" sz="1000" dirty="0">
              <a:solidFill>
                <a:schemeClr val="bg1"/>
              </a:solidFill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73050" indent="-2730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Wingdings" panose="05000000000000000000" pitchFamily="2" charset="2"/>
        <a:buChar char="n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CN" altLang="en-US" dirty="0"/>
              <a:t>潘伟洲 </a:t>
            </a:r>
            <a:endParaRPr kumimoji="1"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4128476" y="5181488"/>
            <a:ext cx="9813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4133F592-41F1-F240-8EE9-1722D1E2CA99}" type="datetime1">
              <a:rPr lang="zh-CN" altLang="en-US" sz="1400" smtClean="0">
                <a:effectLst/>
              </a:rPr>
            </a:fld>
            <a:endParaRPr lang="zh-CN" altLang="en-US" sz="1400" dirty="0">
              <a:effectLst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移动客户端通道面试陈述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Contents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28650" y="1205345"/>
            <a:ext cx="7886700" cy="4971618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dirty="0"/>
              <a:t>个人经历</a:t>
            </a:r>
            <a:endParaRPr kumimoji="1" lang="en-US" altLang="zh-CN" dirty="0"/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dirty="0"/>
              <a:t>项目经验 </a:t>
            </a:r>
            <a:endParaRPr kumimoji="1" lang="en-US" altLang="zh-CN" dirty="0"/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dirty="0"/>
              <a:t>技术影响力</a:t>
            </a:r>
            <a:endParaRPr kumimoji="1" lang="en-US" altLang="zh-CN" dirty="0"/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dirty="0"/>
              <a:t>专业领域优势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95894" y="137159"/>
            <a:ext cx="7886700" cy="821749"/>
          </a:xfrm>
        </p:spPr>
        <p:txBody>
          <a:bodyPr anchor="ctr">
            <a:normAutofit/>
          </a:bodyPr>
          <a:lstStyle/>
          <a:p>
            <a:r>
              <a:rPr kumimoji="1" lang="zh-CN" altLang="en-US" sz="3600" dirty="0"/>
              <a:t>个人经历</a:t>
            </a:r>
            <a:endParaRPr kumimoji="1" lang="zh-CN" altLang="en-US" sz="360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4763192" y="1147996"/>
            <a:ext cx="4051415" cy="3889516"/>
          </a:xfrm>
        </p:spPr>
        <p:txBody>
          <a:bodyPr anchor="ctr"/>
          <a:lstStyle/>
          <a:p>
            <a:r>
              <a:rPr kumimoji="1"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这张图展示了一个倾斜圆盘在空间中的几何关系。圆盘的法向量为 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\</a:t>
            </a:r>
            <a:r>
              <a:rPr kumimoji="1" lang="en-GB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vec</a:t>
            </a:r>
            <a:r>
              <a:rPr kumimoji="1" lang="en-GB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{e}</a:t>
            </a:r>
            <a:r>
              <a:rPr kumimoji="1" lang="zh-CN" altLang="en-GB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与竖直方向单位向量 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\</a:t>
            </a:r>
            <a:r>
              <a:rPr kumimoji="1" lang="en-GB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vec</a:t>
            </a:r>
            <a:r>
              <a:rPr kumimoji="1" lang="en-GB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{e}z 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之间夹角为 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\</a:t>
            </a:r>
            <a:r>
              <a:rPr kumimoji="1" lang="en-GB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theta</a:t>
            </a:r>
            <a:r>
              <a:rPr kumimoji="1" lang="zh-CN" altLang="en-GB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表示圆盘的倾斜角度。圆盘中心为点 </a:t>
            </a:r>
            <a:r>
              <a:rPr kumimoji="1" lang="en-GB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kumimoji="1" lang="zh-CN" altLang="en-GB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红色箭头 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\</a:t>
            </a:r>
            <a:r>
              <a:rPr kumimoji="1" lang="en-GB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vec</a:t>
            </a:r>
            <a:r>
              <a:rPr kumimoji="1" lang="en-GB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{C}{</a:t>
            </a:r>
            <a:r>
              <a:rPr kumimoji="1" lang="en-GB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ptmext</a:t>
            </a:r>
            <a:r>
              <a:rPr kumimoji="1" lang="en-GB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 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表示作用在该点上的外力或外力矩。该图常用于描述刚体在三维空间中的姿态与受力关系。</a:t>
            </a:r>
            <a:endParaRPr kumimoji="1"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4" descr="_page_0_Figure_14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" y="1393825"/>
            <a:ext cx="4526280" cy="39173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这页的标题，哎呀呀，标题是什么呢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28650" y="1385889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CN" altLang="en-US" sz="2400" dirty="0"/>
              <a:t>项目</a:t>
            </a:r>
            <a:r>
              <a:rPr kumimoji="1" lang="en-US" altLang="zh-CN" sz="2400" dirty="0"/>
              <a:t>1, </a:t>
            </a:r>
            <a:r>
              <a:rPr kumimoji="1" lang="zh-CN" altLang="en-US" sz="2400" dirty="0"/>
              <a:t>我们需要进入一些</a:t>
            </a:r>
            <a:r>
              <a:rPr kumimoji="1" lang="en-US" altLang="zh-CN" sz="2400" dirty="0"/>
              <a:t>details</a:t>
            </a:r>
            <a:r>
              <a:rPr kumimoji="1" lang="zh-CN" altLang="en-US" sz="2400" dirty="0"/>
              <a:t>，也许是这么多，也许是那么多，但也有可能有整整这么多，不是吗，我的老伙计。有可能比这还多呢，因为真实场景是很复杂的</a:t>
            </a:r>
            <a:endParaRPr kumimoji="1" lang="en-US" altLang="zh-CN" sz="2400" dirty="0"/>
          </a:p>
          <a:p>
            <a:pPr marL="0" indent="0">
              <a:buNone/>
            </a:pPr>
            <a:r>
              <a:rPr kumimoji="1" lang="zh-CN" altLang="en-US" sz="2400" dirty="0"/>
              <a:t>项目</a:t>
            </a:r>
            <a:r>
              <a:rPr kumimoji="1" lang="en-US" altLang="zh-CN" sz="2400" dirty="0"/>
              <a:t>2</a:t>
            </a:r>
            <a:endParaRPr kumimoji="1" lang="en-US" altLang="zh-CN" sz="2400" dirty="0"/>
          </a:p>
          <a:p>
            <a:pPr marL="0" indent="0">
              <a:buNone/>
            </a:pPr>
            <a:r>
              <a:rPr kumimoji="1" lang="zh-CN" altLang="en-US" sz="2400" dirty="0"/>
              <a:t>项目</a:t>
            </a:r>
            <a:r>
              <a:rPr kumimoji="1" lang="en-US" altLang="zh-CN" sz="2400" dirty="0"/>
              <a:t>3</a:t>
            </a:r>
            <a:endParaRPr kumimoji="1" lang="en-US" altLang="zh-CN" sz="2400" dirty="0"/>
          </a:p>
          <a:p>
            <a:pPr marL="0" indent="0">
              <a:buNone/>
            </a:pPr>
            <a:r>
              <a:rPr kumimoji="1" lang="zh-CN" altLang="en-US" sz="2400" dirty="0"/>
              <a:t>项目</a:t>
            </a:r>
            <a:r>
              <a:rPr kumimoji="1" lang="en-US" altLang="zh-CN" sz="2400" dirty="0"/>
              <a:t>4</a:t>
            </a:r>
            <a:endParaRPr kumimoji="1" lang="en-US" altLang="zh-CN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这页的标题，哎呀呀，标题是什么呢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28650" y="1385889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CN" altLang="en-US" sz="2400" dirty="0"/>
              <a:t>项目</a:t>
            </a:r>
            <a:r>
              <a:rPr kumimoji="1" lang="en-US" altLang="zh-CN" sz="2400" dirty="0"/>
              <a:t>1, </a:t>
            </a:r>
            <a:r>
              <a:rPr kumimoji="1" lang="zh-CN" altLang="en-US" sz="2400" dirty="0"/>
              <a:t>我们需要进入一些</a:t>
            </a:r>
            <a:r>
              <a:rPr kumimoji="1" lang="en-US" altLang="zh-CN" sz="2400" dirty="0"/>
              <a:t>details</a:t>
            </a:r>
            <a:r>
              <a:rPr kumimoji="1" lang="zh-CN" altLang="en-US" sz="2400" dirty="0"/>
              <a:t>，也许是这么多，也许是那么多，但也有可能有整整这么多，不是吗，我的老伙计。有可能比这还多呢，因为真实场景是很复杂的</a:t>
            </a:r>
            <a:endParaRPr kumimoji="1" lang="en-US" altLang="zh-CN" sz="2400" dirty="0"/>
          </a:p>
          <a:p>
            <a:pPr marL="0" indent="0">
              <a:buNone/>
            </a:pPr>
            <a:r>
              <a:rPr kumimoji="1" lang="zh-CN" altLang="en-US" sz="2400" dirty="0"/>
              <a:t>项目</a:t>
            </a:r>
            <a:r>
              <a:rPr kumimoji="1" lang="en-US" altLang="zh-CN" sz="2400" dirty="0"/>
              <a:t>2</a:t>
            </a:r>
            <a:endParaRPr kumimoji="1" lang="en-US" altLang="zh-CN" sz="2400" dirty="0"/>
          </a:p>
          <a:p>
            <a:pPr marL="0" indent="0">
              <a:buNone/>
            </a:pPr>
            <a:r>
              <a:rPr kumimoji="1" lang="zh-CN" altLang="en-US" sz="2400" dirty="0"/>
              <a:t>项目</a:t>
            </a:r>
            <a:r>
              <a:rPr kumimoji="1" lang="en-US" altLang="zh-CN" sz="2400" dirty="0"/>
              <a:t>3</a:t>
            </a:r>
            <a:endParaRPr kumimoji="1" lang="en-US" altLang="zh-CN" sz="2400" dirty="0"/>
          </a:p>
          <a:p>
            <a:pPr marL="0" indent="0">
              <a:buNone/>
            </a:pPr>
            <a:r>
              <a:rPr kumimoji="1" lang="zh-CN" altLang="en-US" sz="2400" dirty="0"/>
              <a:t>项目</a:t>
            </a:r>
            <a:r>
              <a:rPr kumimoji="1" lang="en-US" altLang="zh-CN" sz="2400" dirty="0"/>
              <a:t>4</a:t>
            </a:r>
            <a:endParaRPr kumimoji="1" lang="en-US" altLang="zh-CN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这页的标题，哎呀呀，标题是什么呢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28650" y="1385889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CN" altLang="en-US" sz="2400" dirty="0"/>
              <a:t>项目</a:t>
            </a:r>
            <a:r>
              <a:rPr kumimoji="1" lang="en-US" altLang="zh-CN" sz="2400" dirty="0"/>
              <a:t>1, </a:t>
            </a:r>
            <a:r>
              <a:rPr kumimoji="1" lang="zh-CN" altLang="en-US" sz="2400" dirty="0"/>
              <a:t>我们需要进入一些</a:t>
            </a:r>
            <a:r>
              <a:rPr kumimoji="1" lang="en-US" altLang="zh-CN" sz="2400" dirty="0"/>
              <a:t>details</a:t>
            </a:r>
            <a:r>
              <a:rPr kumimoji="1" lang="zh-CN" altLang="en-US" sz="2400" dirty="0"/>
              <a:t>，也许是这么多，也许是那么多，但也有可能有整整这么多，不是吗，我的老伙计。有可能比这还多呢，因为真实场景是很复杂的</a:t>
            </a:r>
            <a:endParaRPr kumimoji="1" lang="en-US" altLang="zh-CN" sz="2400" dirty="0"/>
          </a:p>
          <a:p>
            <a:pPr marL="0" indent="0">
              <a:buNone/>
            </a:pPr>
            <a:r>
              <a:rPr kumimoji="1" lang="zh-CN" altLang="en-US" sz="2400" dirty="0"/>
              <a:t>项目</a:t>
            </a:r>
            <a:r>
              <a:rPr kumimoji="1" lang="en-US" altLang="zh-CN" sz="2400" dirty="0"/>
              <a:t>2</a:t>
            </a:r>
            <a:endParaRPr kumimoji="1" lang="en-US" altLang="zh-CN" sz="2400" dirty="0"/>
          </a:p>
          <a:p>
            <a:pPr marL="0" indent="0">
              <a:buNone/>
            </a:pPr>
            <a:r>
              <a:rPr kumimoji="1" lang="zh-CN" altLang="en-US" sz="2400" dirty="0"/>
              <a:t>项目</a:t>
            </a:r>
            <a:r>
              <a:rPr kumimoji="1" lang="en-US" altLang="zh-CN" sz="2400" dirty="0"/>
              <a:t>3</a:t>
            </a:r>
            <a:endParaRPr kumimoji="1" lang="en-US" altLang="zh-CN" sz="2400" dirty="0"/>
          </a:p>
          <a:p>
            <a:pPr marL="0" indent="0">
              <a:buNone/>
            </a:pPr>
            <a:r>
              <a:rPr kumimoji="1" lang="zh-CN" altLang="en-US" sz="2400" dirty="0"/>
              <a:t>项目</a:t>
            </a:r>
            <a:r>
              <a:rPr kumimoji="1" lang="en-US" altLang="zh-CN" sz="2400" dirty="0"/>
              <a:t>4</a:t>
            </a:r>
            <a:endParaRPr kumimoji="1" lang="en-US" altLang="zh-CN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81186" y="2190710"/>
            <a:ext cx="6181627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zh-CN" sz="4800" dirty="0">
                <a:ea typeface="宋体" charset="0"/>
              </a:rPr>
              <a:t>谢谢！</a:t>
            </a:r>
            <a:endParaRPr lang="zh-CN" sz="4800" dirty="0">
              <a:ea typeface="宋体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自定义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C2CAA"/>
      </a:accent1>
      <a:accent2>
        <a:srgbClr val="A94F0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kumimoji="1"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C2CAA"/>
      </a:accent1>
      <a:accent2>
        <a:srgbClr val="A94F0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kumimoji="1"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516</Words>
  <Application>WPS 演示</Application>
  <PresentationFormat>全屏显示(4:3)</PresentationFormat>
  <Paragraphs>40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23" baseType="lpstr">
      <vt:lpstr>Arial</vt:lpstr>
      <vt:lpstr>宋体</vt:lpstr>
      <vt:lpstr>Wingdings</vt:lpstr>
      <vt:lpstr>Hiragino Sans GB W3</vt:lpstr>
      <vt:lpstr>Noto Serif CJK SC</vt:lpstr>
      <vt:lpstr>微软雅黑</vt:lpstr>
      <vt:lpstr>Adobe Heiti Std R</vt:lpstr>
      <vt:lpstr>Noto Sans Anatolian Hieroglyphs</vt:lpstr>
      <vt:lpstr>DejaVu Sans</vt:lpstr>
      <vt:lpstr>Droid Sans Fallback</vt:lpstr>
      <vt:lpstr>等线</vt:lpstr>
      <vt:lpstr>C059</vt:lpstr>
      <vt:lpstr>宋体</vt:lpstr>
      <vt:lpstr>Arial Unicode MS</vt:lpstr>
      <vt:lpstr>Office 主题​​</vt:lpstr>
      <vt:lpstr>1_Office 主题​​</vt:lpstr>
      <vt:lpstr>移动客户端通道面试陈述</vt:lpstr>
      <vt:lpstr>Table of Contents</vt:lpstr>
      <vt:lpstr>个人经历</vt:lpstr>
      <vt:lpstr>这页的标题，哎呀呀，标题是什么呢</vt:lpstr>
      <vt:lpstr>这页的标题，哎呀呀，标题是什么呢</vt:lpstr>
      <vt:lpstr>这页的标题，哎呀呀，标题是什么呢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ok2</cp:lastModifiedBy>
  <cp:revision>682</cp:revision>
  <cp:lastPrinted>2025-11-26T02:14:04Z</cp:lastPrinted>
  <dcterms:created xsi:type="dcterms:W3CDTF">2025-11-26T02:14:04Z</dcterms:created>
  <dcterms:modified xsi:type="dcterms:W3CDTF">2025-11-26T02:14:04Z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C5FA9702ED14F640C16126698C56AF84_42</vt:lpwstr>
  </property>
  <property fmtid="{D5CDD505-2E9C-101B-9397-08002B2CF9AE}" pid="3" name="KSOProductBuildVer">
    <vt:lpwstr>2052-12.1.2.22571</vt:lpwstr>
  </property>
</Properties>
</file>